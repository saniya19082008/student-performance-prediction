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Student Performance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40" y="896112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C505F"/>
                </a:solidFill>
              </a:defRPr>
            </a:pPr>
            <a:r>
              <a:rPr dirty="0"/>
              <a:t>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14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rPr dirty="0"/>
              <a:t>IBM </a:t>
            </a:r>
            <a:r>
              <a:rPr dirty="0" err="1"/>
              <a:t>SkillsBuild</a:t>
            </a:r>
            <a:r>
              <a:rPr dirty="0"/>
              <a:t> Machine Learning &amp; Applied AI Internship — 2026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rPr dirty="0"/>
              <a:t>Prepared by: Saniya</a:t>
            </a:r>
            <a:r>
              <a:rPr lang="en-US" dirty="0"/>
              <a:t> </a:t>
            </a:r>
            <a:r>
              <a:rPr lang="en-US" dirty="0" err="1"/>
              <a:t>Poomari</a:t>
            </a:r>
            <a:r>
              <a:rPr dirty="0"/>
              <a:t> Nadar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rPr dirty="0"/>
              <a:t>A beginner educational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Academic performance may be related to study time, attendance, and previous marks.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This project demonstrates how a model can estimate final marks from these inputs.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The output is an estimate, not a guarantee or a real academic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Build a regression model using Python and scikit-learn.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Use three input features: study hours, attendance, and previous marks.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Create an interactive application with Streamlit.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Show a prediction and basic evaluation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Tools and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Python — programming language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Pandas — data loading and handling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Scikit-learn — Random Forest regression model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Streamlit — interactive web interface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GitHub — code hosting and 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1. Load the sample CSV dataset.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2. Select input features and target marks.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3. Split data into training and testing sets.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4. Train the Random Forest Regressor.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5. Enter values in the app to see an estimated mark.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Input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Study hours per day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Attendance percentage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Previous marks (%)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Output: estimated final marks 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The prototype reports Mean Absolute Error (MAE) and R² on a held-out demo split.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Because the dataset is small and synthetic, these metrics are only for demonstration.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A larger, representative, ethically collected dataset would be needed for meaningful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Expected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A simple interactive app that accepts three values.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The app shows an estimated final mark.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The app displays the sample dataset and feature importance.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The source code and setup instructions are provided in GitHub.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Responsible Use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The dataset is synthetic, not real student data.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Do not use this model for grading, admissions, or consequential decisions.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Real use would need privacy safeguards, bias testing, and careful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This project demonstrates a complete beginner ML workflow: data, training, prediction, and a simple interface.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7A873-2B81-5883-3CD9-68E6AB245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C86C1F-04CE-56FF-9AC6-887766980287}"/>
              </a:ext>
            </a:extLst>
          </p:cNvPr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B5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8BC09-428A-043B-18DB-B6B49ABF3077}"/>
              </a:ext>
            </a:extLst>
          </p:cNvPr>
          <p:cNvSpPr txBox="1"/>
          <p:nvPr/>
        </p:nvSpPr>
        <p:spPr>
          <a:xfrm>
            <a:off x="86868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This project demonstrates a complete beginner ML workflow: data, training, prediction, and a simple interface.</a:t>
            </a:r>
          </a:p>
          <a:p>
            <a:pPr>
              <a:spcAft>
                <a:spcPts val="1400"/>
              </a:spcAft>
              <a:defRPr sz="2100">
                <a:solidFill>
                  <a:srgbClr val="283746"/>
                </a:solidFill>
              </a:defRPr>
            </a:pPr>
            <a:r>
              <a:t>Thank you.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63A08-CE65-C8C0-E5E9-C5F4D9C670E7}"/>
              </a:ext>
            </a:extLst>
          </p:cNvPr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E78"/>
                </a:solidFill>
              </a:defRPr>
            </a:pPr>
            <a:r>
              <a:t>Student Performance Prediction | Saniya Nadar</a:t>
            </a:r>
          </a:p>
        </p:txBody>
      </p:sp>
    </p:spTree>
    <p:extLst>
      <p:ext uri="{BB962C8B-B14F-4D97-AF65-F5344CB8AC3E}">
        <p14:creationId xmlns:p14="http://schemas.microsoft.com/office/powerpoint/2010/main" val="2814897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455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cscvikkas@gmail.com</cp:lastModifiedBy>
  <cp:revision>2</cp:revision>
  <dcterms:created xsi:type="dcterms:W3CDTF">2013-01-27T09:14:16Z</dcterms:created>
  <dcterms:modified xsi:type="dcterms:W3CDTF">2026-10-17T04:43:51Z</dcterms:modified>
  <cp:category/>
</cp:coreProperties>
</file>